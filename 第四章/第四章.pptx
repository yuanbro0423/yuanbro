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57910" y="1122680"/>
            <a:ext cx="10343515" cy="2387600"/>
          </a:xfrm>
        </p:spPr>
        <p:txBody>
          <a:bodyPr/>
          <a:p>
            <a:r>
              <a:rPr lang="en-US" altLang="zh-CN"/>
              <a:t>Chapter 4 Multi-Page Website</a:t>
            </a:r>
            <a:r>
              <a:rPr lang="en-US" altLang="zh-CN"/>
              <a:t>s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1340" y="654050"/>
            <a:ext cx="11069320" cy="554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6810" y="530225"/>
            <a:ext cx="9761220" cy="565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4875" y="589280"/>
            <a:ext cx="10382885" cy="5679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2395" y="427990"/>
            <a:ext cx="9652000" cy="56883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74695" y="6299200"/>
            <a:ext cx="69488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2">
                    <a:lumMod val="75000"/>
                  </a:schemeClr>
                </a:solidFill>
              </a:rPr>
              <a:t>Advatage: </a:t>
            </a:r>
            <a:r>
              <a:rPr lang="en-US" altLang="zh-CN" sz="2400"/>
              <a:t>Could move the project as a whole.</a:t>
            </a:r>
            <a:endParaRPr lang="en-US" altLang="zh-CN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8715" y="309880"/>
            <a:ext cx="10033000" cy="6055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Try an</a:t>
            </a:r>
            <a:r>
              <a:rPr lang="en-US" altLang="zh-CN" b="1">
                <a:solidFill>
                  <a:srgbClr val="285C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 </a:t>
            </a:r>
            <a:r>
              <a:rPr lang="en-US" altLang="zh-CN" b="1">
                <a:solidFill>
                  <a:srgbClr val="726A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Exercise</a:t>
            </a:r>
            <a:endParaRPr lang="en-US" altLang="zh-CN" b="1">
              <a:solidFill>
                <a:srgbClr val="726AD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 SemiBold" panose="020B0609020000020004" charset="0"/>
              <a:ea typeface="SimHei" panose="02010609060101010101" charset="-122"/>
              <a:cs typeface="Cascadia Mono SemiBold" panose="020B060902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58415"/>
            <a:ext cx="10515600" cy="800735"/>
          </a:xfrm>
        </p:spPr>
        <p:txBody>
          <a:bodyPr/>
          <a:p>
            <a:pPr marL="0" indent="0" algn="ctr">
              <a:buNone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 4.0</a:t>
            </a:r>
            <a:r>
              <a:rPr lang="zh-CN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File Paths</a:t>
            </a:r>
            <a:endParaRPr lang="en-US" altLang="zh-CN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3600" y="590550"/>
            <a:ext cx="10622915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17520" y="654050"/>
            <a:ext cx="5878830" cy="53124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3420" y="639445"/>
            <a:ext cx="10805795" cy="55791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965" y="381635"/>
            <a:ext cx="10974070" cy="60947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t="6641"/>
          <a:stretch>
            <a:fillRect/>
          </a:stretch>
        </p:blipFill>
        <p:spPr>
          <a:xfrm>
            <a:off x="520700" y="1202055"/>
            <a:ext cx="11149965" cy="4193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8940" y="1195070"/>
            <a:ext cx="1137412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Try an</a:t>
            </a:r>
            <a:r>
              <a:rPr lang="en-US" altLang="zh-CN" b="1">
                <a:solidFill>
                  <a:srgbClr val="285C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 </a:t>
            </a:r>
            <a:r>
              <a:rPr lang="en-US" altLang="zh-CN" b="1">
                <a:solidFill>
                  <a:srgbClr val="726A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Exercise</a:t>
            </a:r>
            <a:endParaRPr lang="en-US" altLang="zh-CN" b="1">
              <a:solidFill>
                <a:srgbClr val="726AD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 SemiBold" panose="020B0609020000020004" charset="0"/>
              <a:ea typeface="SimHei" panose="02010609060101010101" charset="-122"/>
              <a:cs typeface="Cascadia Mono SemiBold" panose="020B060902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58415"/>
            <a:ext cx="10515600" cy="800735"/>
          </a:xfrm>
        </p:spPr>
        <p:txBody>
          <a:bodyPr/>
          <a:p>
            <a:pPr marL="0" indent="0" algn="ctr">
              <a:buNone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 4.1</a:t>
            </a:r>
            <a:r>
              <a:rPr lang="zh-CN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Webpages</a:t>
            </a:r>
            <a:endParaRPr lang="en-US" altLang="zh-CN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1380" y="269240"/>
            <a:ext cx="10179685" cy="61556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42975" y="372745"/>
            <a:ext cx="10067925" cy="61125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93570" y="366395"/>
            <a:ext cx="8238490" cy="60001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5305" y="243840"/>
            <a:ext cx="5603240" cy="6370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2895" y="381000"/>
            <a:ext cx="904621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8730" y="351790"/>
            <a:ext cx="9654540" cy="61544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9140" y="501650"/>
            <a:ext cx="1071372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4335" y="478155"/>
            <a:ext cx="9042400" cy="60744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Try an</a:t>
            </a:r>
            <a:r>
              <a:rPr lang="en-US" altLang="zh-CN" b="1">
                <a:solidFill>
                  <a:srgbClr val="285C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 </a:t>
            </a:r>
            <a:r>
              <a:rPr lang="en-US" altLang="zh-CN" b="1">
                <a:solidFill>
                  <a:srgbClr val="726A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Exercise</a:t>
            </a:r>
            <a:endParaRPr lang="en-US" altLang="zh-CN" b="1">
              <a:solidFill>
                <a:srgbClr val="726AD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 SemiBold" panose="020B0609020000020004" charset="0"/>
              <a:ea typeface="SimHei" panose="02010609060101010101" charset="-122"/>
              <a:cs typeface="Cascadia Mono SemiBold" panose="020B060902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58415"/>
            <a:ext cx="10515600" cy="800735"/>
          </a:xfrm>
        </p:spPr>
        <p:txBody>
          <a:bodyPr/>
          <a:p>
            <a:pPr marL="0" indent="0" algn="ctr">
              <a:buNone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 4.1</a:t>
            </a:r>
            <a:r>
              <a:rPr lang="zh-CN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Webpages</a:t>
            </a:r>
            <a:endParaRPr lang="en-US" altLang="zh-CN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Try an</a:t>
            </a:r>
            <a:r>
              <a:rPr lang="en-US" altLang="zh-CN" b="1">
                <a:solidFill>
                  <a:srgbClr val="285C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 </a:t>
            </a:r>
            <a:r>
              <a:rPr lang="en-US" altLang="zh-CN" b="1">
                <a:solidFill>
                  <a:srgbClr val="726A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Exercise</a:t>
            </a:r>
            <a:endParaRPr lang="en-US" altLang="zh-CN" b="1">
              <a:solidFill>
                <a:srgbClr val="726AD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 SemiBold" panose="020B0609020000020004" charset="0"/>
              <a:ea typeface="SimHei" panose="02010609060101010101" charset="-122"/>
              <a:cs typeface="Cascadia Mono SemiBold" panose="020B060902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58415"/>
            <a:ext cx="10515600" cy="800735"/>
          </a:xfrm>
        </p:spPr>
        <p:txBody>
          <a:bodyPr/>
          <a:p>
            <a:pPr marL="0" indent="0" algn="ctr">
              <a:buNone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 4.2</a:t>
            </a:r>
            <a:r>
              <a:rPr lang="zh-CN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Begin 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</a:t>
            </a:r>
            <a:endParaRPr lang="en-US" altLang="zh-CN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Try an</a:t>
            </a:r>
            <a:r>
              <a:rPr lang="en-US" altLang="zh-CN" b="1">
                <a:solidFill>
                  <a:srgbClr val="285C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 </a:t>
            </a:r>
            <a:r>
              <a:rPr lang="en-US" altLang="zh-CN" b="1">
                <a:solidFill>
                  <a:srgbClr val="726A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charset="0"/>
                <a:ea typeface="SimHei" panose="02010609060101010101" charset="-122"/>
                <a:cs typeface="Cascadia Mono SemiBold" panose="020B0609020000020004" charset="0"/>
              </a:rPr>
              <a:t>Exercise</a:t>
            </a:r>
            <a:endParaRPr lang="en-US" altLang="zh-CN" b="1">
              <a:solidFill>
                <a:srgbClr val="726AD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 SemiBold" panose="020B0609020000020004" charset="0"/>
              <a:ea typeface="SimHei" panose="02010609060101010101" charset="-122"/>
              <a:cs typeface="Cascadia Mono SemiBold" panose="020B060902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58415"/>
            <a:ext cx="10515600" cy="800735"/>
          </a:xfrm>
        </p:spPr>
        <p:txBody>
          <a:bodyPr/>
          <a:p>
            <a:pPr marL="0" indent="0" algn="ctr">
              <a:buNone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 4.3</a:t>
            </a:r>
            <a:r>
              <a:rPr lang="zh-CN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HTML Porfolio 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</a:t>
            </a:r>
            <a:endParaRPr lang="en-US" altLang="zh-CN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WPS 演示</Application>
  <PresentationFormat>宽屏</PresentationFormat>
  <Paragraphs>24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Cascadia Mono SemiBold</vt:lpstr>
      <vt:lpstr>SimHei</vt:lpstr>
      <vt:lpstr>Calibri</vt:lpstr>
      <vt:lpstr>Microsoft YaHei</vt:lpstr>
      <vt:lpstr>Arial Unicode MS</vt:lpstr>
      <vt:lpstr>WPS</vt:lpstr>
      <vt:lpstr>Chapter 4 Multi-Page Websites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Try an Exercise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Try an Exercise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Try an Exercise</vt:lpstr>
      <vt:lpstr> Try an Exercise</vt:lpstr>
      <vt:lpstr> Try an Exercise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YYH</dc:creator>
  <cp:lastModifiedBy>Helen.Yang</cp:lastModifiedBy>
  <cp:revision>9</cp:revision>
  <dcterms:created xsi:type="dcterms:W3CDTF">2023-08-09T12:44:00Z</dcterms:created>
  <dcterms:modified xsi:type="dcterms:W3CDTF">2026-03-12T13:09:59Z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92FA6D97816A4A5AA9058688BCF3DB84_12</vt:lpwstr>
  </property>
</Properties>
</file>